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0" y="1645920"/>
            <a:ext cx="7315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961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82B49"/>
                </a:solidFill>
                <a:latin typeface="Arial"/>
              </a:defRPr>
            </a:pPr>
            <a:r>
              <a:rPr dirty="0"/>
              <a:t>E-Commerce Database System</a:t>
            </a:r>
          </a:p>
          <a:p>
            <a:pPr>
              <a:spcAft>
                <a:spcPts val="2400"/>
              </a:spcAft>
              <a:defRPr sz="1700">
                <a:solidFill>
                  <a:srgbClr val="334155"/>
                </a:solidFill>
                <a:latin typeface="Arial"/>
              </a:defRPr>
            </a:pPr>
            <a:r>
              <a:rPr dirty="0"/>
              <a:t>Relational Schema Architecture, 3NF Normalization &amp; Live Implementation</a:t>
            </a:r>
          </a:p>
          <a:p>
            <a:pPr>
              <a:spcAft>
                <a:spcPts val="600"/>
              </a:spcAft>
              <a:defRPr sz="1500" b="1">
                <a:solidFill>
                  <a:srgbClr val="182B49"/>
                </a:solidFill>
                <a:latin typeface="Arial"/>
              </a:defRPr>
            </a:pPr>
            <a:r>
              <a:rPr dirty="0"/>
              <a:t>Student: </a:t>
            </a:r>
            <a:r>
              <a:rPr dirty="0" err="1"/>
              <a:t>Sharfin</a:t>
            </a:r>
            <a:r>
              <a:rPr dirty="0"/>
              <a:t> Zaman </a:t>
            </a:r>
            <a:r>
              <a:rPr dirty="0" err="1"/>
              <a:t>Swaccha</a:t>
            </a:r>
            <a:r>
              <a:rPr dirty="0"/>
              <a:t>  |  ID: 2323713042</a:t>
            </a:r>
          </a:p>
          <a:p>
            <a:pPr>
              <a:defRPr sz="1350" b="1">
                <a:solidFill>
                  <a:srgbClr val="2563EB"/>
                </a:solidFill>
                <a:latin typeface="Arial"/>
              </a:defRPr>
            </a:pPr>
            <a:r>
              <a:rPr dirty="0"/>
              <a:t>Course: CSE311 — Database Management Systems (DBMS)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37A4B8-B84E-4FA9-8662-EE6100C7D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701"/>
            <a:ext cx="12192000" cy="649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97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9448E5-51B3-4A90-A09B-743722F11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461"/>
            <a:ext cx="12192000" cy="64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5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C94959-23C4-4D76-A742-4E6917C8D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225"/>
            <a:ext cx="12192000" cy="616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3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1145B-8B31-49F1-BD7D-58D8767F5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461"/>
            <a:ext cx="12192000" cy="64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22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01.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rial"/>
              </a:defRPr>
            </a:pPr>
            <a:r>
              <a:t>Introduction &amp; Project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System Purpose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Design a robust OLTP relational database for e-commerce transactions.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Manage user credentials, recursive categories, dynamic shopping carts, and orders.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Backend designed for CSE311 live project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Core Challenges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Preventing data redundancy across multi-vendor inventory.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Preserving historical financial records against future price changes.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Enforcing strict referential integrity across 12 distinct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Engineering Goals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100% compliance with Third Normal Form (3NF / BCNF).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ACID transactional consistency for cart and order checkout.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Live analytical query reporting for store managers.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02.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rial"/>
              </a:defRPr>
            </a:pPr>
            <a:r>
              <a:t>Problem Statement: Flaws in Flat/Unnormalized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Insertion Anomalies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Cannot add a new product (e.g. Wireless Mouse) without an active order.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Cannot onboard new suppliers (e.g. BookHouse BD) without orders.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Forces dummy NULL values into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Update Anomalies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Updating customer address requires changes in dozens of order rows.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Changing a supplier cost or catalog price risks corrupting past sales.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Massive operational overhead &amp; data conflicts.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Deletion Anomalies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Deleting a cancelled purchase order accidentally erases user accounts.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Purging old orders can wipe product catalog records entirely.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Cascading loss of critical business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03.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rial"/>
              </a:defRPr>
            </a:pPr>
            <a:r>
              <a:t>Database Normalization Walkthrough: UNF to 3NF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Form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Condition &amp; Transformation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Status / Remaining Issue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UNF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Single flat table with repeating groups in cells like '(Mouse, 2, $10), (Keyboard, 1, $25)'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Violates 1NF; non-atomic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1NF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Split multi-item cells into individual rows with atomic values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Partial dependency: cust_name depends only on order_id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2NF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Removed partial dependencies by splitting into Order_Tbl and Order_Item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Transitive dependency: address depends on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3NF / BCNF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Removed transitive dependencies by separating Customer and Address tables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Full 3NF target achieved; zero data anomalies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480560"/>
            <a:ext cx="106984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Why 3NF / BCNF is the Optimal Standard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Eliminates all update, insert, and delete anomalies while keeping query joins fast and predictable.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Avoids over-engineering (no 4NF/5NF multi-valued dependencies exist in standard e-commerce models).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04. RELATIONAL SCHEMA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rial"/>
              </a:defRPr>
            </a:pPr>
            <a:r>
              <a:t>Database Tables: User, Catalog &amp; Sourcing Entities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Foreign Keys (FK) &amp; Target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Key Attributes &amp; Types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customer_id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first_name, last_name, email, phone, password_hash, 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address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address_id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customer_id -&gt; customer.customer_id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address_line, city, state, zip_code, country, is_default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category_id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parent_category_id -&gt; category.category_id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category_name, parent_category_id (Recursive Tree)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supplier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supplier_id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supplier_name, contact_email, phone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product_id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category_id -&gt; category.category_id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product_name, sku, description, price, stock_quantity, 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product_supplier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(product_id, supplier_id)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product_id -&gt; product, supplier_id -&gt; supplier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cost_price decimal(10,2) [M:N Junction Table]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05. RELATIONAL SCHEMA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rial"/>
              </a:defRPr>
            </a:pPr>
            <a:r>
              <a:t>Database Tables: Cart, Orders, Payments &amp; Reviews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Foreign Keys (FK) &amp; Target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Key Attributes &amp; Types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cart_id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customer_id -&gt; customer.customer_id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created_at (Session persistence per user)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cart_item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cart_item_id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cart_id -&gt; cart, product_id -&gt; product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quantity int(11)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order_tbl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order_id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customer_id -&gt; customer, address_id -&gt; 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order_date, status ENUM('PENDING', 'SHIPPED', ...), total_amount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order_item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order_item_id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order_id -&gt; order_tbl, product_id -&gt; product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quantity, unit_price decimal(10,2) [Price Snapshot]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payment_id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order_id -&gt; order_tbl.order_id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payment_method ENUM('CARD','COD',...), amount, status ENUM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review_id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product_id -&gt; product, customer_id -&gt; customer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rating tinyint(4), comment text, review_date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06. TECHNICAL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rial"/>
              </a:defRPr>
            </a:pPr>
            <a:r>
              <a:t>Key Technical Design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Price Snapshotting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order_item stores unit_price as decimal(10,2) at checkout.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Guarantees future catalog price changes never alter past receipts.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Essential for legal audits and accounting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Multi-Payment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1:M relationship between order_tbl and payment.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Supports CARD, MOBILE BANKING, COD, and WALLET.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Allows partial, split, or multi-tender settlement.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Recursive Categories &amp; Rules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Self-referencing parent_category_id FK.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Enables unlimited category depth (Electronics &gt; PC &gt; Mouse).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ON UPDATE RESTRICT &amp; ON DELETE CASCADE enforce strict integrity.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07. FRONTEND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rial"/>
              </a:defRPr>
            </a:pPr>
            <a:r>
              <a:t>Application Showcase: Catalog, Cart &amp;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Live Product Catalog (Catalog View)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Integrated with dynamic SQL queries pulling from product &amp; category.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Sample Products displayed: Wireless Mouse ($12.50), Mechanical Keyboard ($45.00), Bluetooth Speaker ($30.00), Database Systems Textbook ($25.00).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Keyword search and category dropdown filter normalized tables in real-time.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Add-to-cart inserts/updates into cart and cart_item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Order History &amp; Checkout Flow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Checkout moves active cart_items into immutable order_item rows.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Live Order Tracking: Order #5 | Date: 8/19/2026 | Total: $12.50 | Status: PENDING.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User profile session switching (e.g., Rahim Uddin, Ayesha Khan).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Foreign key constraints guarantee orders attach to verified customer addresses.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08. STORE METRICS &amp;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rial"/>
              </a:defRPr>
            </a:pPr>
            <a:r>
              <a:rPr dirty="0"/>
              <a:t>Application Showcase: Store Analytics Dashboard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Dashboard Metric Box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SQL Underlying Query / Tables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Live Project Values (Screenshot Data)</a:t>
                      </a:r>
                    </a:p>
                  </a:txBody>
                  <a:tcPr>
                    <a:solidFill>
                      <a:srgbClr val="E0E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Top Spenders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SUM(total_amount) JOIN customer GROUP BY customer_id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Jane Doe ($70.00)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rPr dirty="0"/>
                        <a:t>Best Sellers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SUM(quantity) JOIN product GROUP BY product_id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Textbook (10 sold), Mouse (4 sold), Keyboard (2 sold)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Product Ratings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AVG(rating), COUNT(*) FROM review GROUP BY product_id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Wireless Mouse (5★), Mechanical Keyboard (4★)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rPr dirty="0"/>
                        <a:t>Low Stock (&lt; 50)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SELECT product_name, stock_quantity WHERE stock &lt; 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Database Systems Textbook (30 left)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Inactive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customer LEFT JOIN order_tbl WHERE order_id IS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Rahim Uddin (rahim.uddin@mail.com)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Payment Summary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COUNT(payment_id), SUM(amount) WHERE status='SUCCESS'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5 Successful Payments ($390.00 Total)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82B49"/>
                          </a:solidFill>
                          <a:latin typeface="Arial"/>
                        </a:defRPr>
                      </a:pPr>
                      <a:r>
                        <a:t>Supplier Cost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SELECT supplier_name, product_name, cost_price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rPr dirty="0" err="1"/>
                        <a:t>BookHouse</a:t>
                      </a:r>
                      <a:r>
                        <a:rPr dirty="0"/>
                        <a:t> BD ($15.00), </a:t>
                      </a:r>
                      <a:r>
                        <a:rPr dirty="0" err="1"/>
                        <a:t>TechSource</a:t>
                      </a:r>
                      <a:r>
                        <a:rPr dirty="0"/>
                        <a:t> Ltd ($8.00 / $30.00)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09.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82B49"/>
                </a:solidFill>
                <a:latin typeface="Arial"/>
              </a:defRPr>
            </a:pPr>
            <a:r>
              <a:t>Summary &amp; Key Project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3NF &amp; BCNF Certified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Eliminated all insertion, update, and deletion anomalies.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12 fully normalized tables connected via strict FK constraints.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Zero redundant records; guaranteed ACID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Full Stack Tested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Connected seamlessly with the CSE311 project web interface.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Supports end-to-end shopping: Catalog -&gt; Cart -&gt; Order -&gt; Payment -&gt; Review.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Accurate historical tracking via price snapshotting.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Student Info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Name: Sharfin Zaman Swaccha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Student ID: 2323713042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Course: CSE311 (Database Management Systems)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•  Solid schema modeling ensures scalable database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1395</Words>
  <Application>Microsoft Office PowerPoint</Application>
  <PresentationFormat>Widescreen</PresentationFormat>
  <Paragraphs>179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2026-08-19T14:12:38Z</dcterms:modified>
  <cp:category/>
</cp:coreProperties>
</file>